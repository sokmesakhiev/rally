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Rally is a full event registration and race-day platform built by RailsDev for the Cambodian endurance sports market. This deck covers what it does for organizers and participants, how it is built, and where it goes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the audience: this is a complete product. The numbers are drawn from the codebase — six categories, five plan tiers, English and Khmer, thirty domain models.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are the status quo Rally displaces. Keep this slide concrete — every organizer in the room will recognise at least three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Rally is not a single-sided marketplace. The staff column is what makes it operable at scale — moderation, refunds and support are first-class, not afterthoughts.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one: the product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steps. The point is continuity — no export to a spreadsheet, no separate payment tool, no third-party certificate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Guest checkout matters in this market: a phone number is enough. Requiring an account before payment is where registration funnels leak.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distinction between closed and full is one organizers feel immediately — most tools conflate them and then can't explain to a participant why there's no waitlist.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two-tier model is a commercial point as much as a technical one: organizers are not asked to route their entry fees through a third party's balance.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prices shown in USD equivalents of the configured amounts. The publishing gate is enforced server-side: an event cannot go live under a plan too small for its combined race capacities.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companies export bib and time; no timing exporter emits entrant emails. Matching on bib first is what makes the round trip work in 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template check catches the one failure that would otherwise print literal placeholder braces on every certificate. The preview catches layout problems a long name causes.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separates a toy from an operable platform. A marketplace without moderation and an audit trail cannot be run by a company that is liable for what it hosts.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notification design respects preferences per channel: push and email can be muted, the in-app record never is, so nobody can mute themselves out of discovering a payment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two. This is where the deck earns credibility with a technical buyer.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Splitting workers onto their own service came from a real constraint: PDF rendering shells out to LibreOffice at about 180MB per conversion, which has no business competing with request threads.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figures are the API only, measured with SimpleCov — line AND branch, because line coverage alone overstates (a four-branch case reads as covered when one runs). 94.25% line / 81.10% branch across 4,400 relevant lines.
IF ASKED ABOUT THE FRONTEND: it is 16% and we know it. The gap is concentrated in page components — four route files are 4,500 untested lines of composition — while the pieces carrying logic are tested properly (several at 85-100%). We are not claiming otherwise, and closing it is on the plan. Do not blend the two numbers into one figure.
The i18n lockstep test is the house style in miniature: a rule nobody can forget, because a test enforces it rather than a convention asking them to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operational half. Anyone can launch; the alarms, audit trail and retention policy are what let a company keep running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Partner API is fully designed — the decision record covers authentication, scopes, idempotency, webhooks and rollout. Phases are independently mergeable.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capability rather than features: Rally is the evidence, RailsDev is the offer.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18120" y="1051560"/>
            <a:ext cx="3703320" cy="4754880"/>
          </a:xfrm>
          <a:prstGeom prst="roundRect">
            <a:avLst>
              <a:gd name="adj" fmla="val 2469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150876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0" y="150876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0" y="224028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Endurance events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Cambodia,</a:t>
            </a:r>
            <a:endParaRPr lang="en-US" sz="21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end.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5262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operated by RailsDev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3736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RALLY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registration and race-management platform for running, cycling, swimming and triathlon organizers.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3891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engineering overview · 2026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989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RailsDev. Rally is proprietary software of RailsDev consulting firm. All rights reserved.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GLANCE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 from sign-up to certificate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72768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covers the whole lifecycle of an endurance event — publishing, payment, registration, race day, results and post-race certificates — rather than solving one slice and handing the rest to spreadsheets.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254203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96112" y="321868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2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CATEGORIES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4389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Running, cycling, swimming,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triathlon, hiking, other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3017520"/>
            <a:ext cx="254203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66744" y="321868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200" dirty="0"/>
          </a:p>
        </p:txBody>
      </p:sp>
      <p:sp>
        <p:nvSpPr>
          <p:cNvPr id="11" name="Text 9"/>
          <p:cNvSpPr txBox="1"/>
          <p:nvPr/>
        </p:nvSpPr>
        <p:spPr>
          <a:xfrm>
            <a:off x="3666744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TIERS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3666744" y="4389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30,000 participants,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in KHQR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3017520"/>
            <a:ext cx="254203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37376" y="321868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6437376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37376" y="4389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and Khmer,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translated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951976" y="3017520"/>
            <a:ext cx="2542032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08008" y="3218688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5200" dirty="0"/>
          </a:p>
        </p:txBody>
      </p:sp>
      <p:sp>
        <p:nvSpPr>
          <p:cNvPr id="19" name="Text 17"/>
          <p:cNvSpPr txBox="1"/>
          <p:nvPr/>
        </p:nvSpPr>
        <p:spPr>
          <a:xfrm>
            <a:off x="9208008" y="4096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MODELS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9208008" y="43891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product surface,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prototype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on this slide is taken from the running system, not a plan.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Races run on spreadsheets and bank transfers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lives in forms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5328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 collect entries with no capacity limit, no payment link and no way to close sign-ups when the bibs are printed.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4884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is manual reconciliation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5328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match bank-transfer screenshots to names by hand, then chase the ones that don't reconcile.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11480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1148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4096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day is paper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4988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from a printed list, results typed up afterwards, and finishers wait days for anything official.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840480"/>
            <a:ext cx="52578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11480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41148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40965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reusable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49884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 rebuilds the same process from scratch, and the participant data never accumulates into anything.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SERVES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audiences, one system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7490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54480" y="2103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7889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an event and take payment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capacity per race distance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to a team with scoped roles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start list, import the times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474720" cy="37490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1031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57800" y="2103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7889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English or Khmer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by KHQR from any Cambodian bank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waitlist when a race is full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 certificate after the race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374904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210312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0" y="210312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staff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788920"/>
            <a:ext cx="29260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reported events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Suspend abuse and issue refunds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support chat in-app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 account read-only to help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33172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Product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5020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organizers and participants actually get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draft to finish line in one place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1664208" cy="22860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297180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29718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959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Details, route map,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banner, distances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rot="5400000">
            <a:off x="2331720" y="3776472"/>
            <a:ext cx="128016" cy="182880"/>
          </a:xfrm>
          <a:prstGeom prst="triangl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2743200"/>
            <a:ext cx="1664208" cy="22860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44368" y="297180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44368" y="29718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596896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596896" y="3959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plan;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by KHQR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 rot="5400000">
            <a:off x="4178808" y="3776472"/>
            <a:ext cx="128016" cy="182880"/>
          </a:xfrm>
          <a:prstGeom prst="triangl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34256" y="2743200"/>
            <a:ext cx="1664208" cy="22860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91456" y="297180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91456" y="29718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43984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43984" y="3959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catalogue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unlisted link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 rot="5400000">
            <a:off x="6025896" y="3776472"/>
            <a:ext cx="128016" cy="182880"/>
          </a:xfrm>
          <a:prstGeom prst="triangl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81344" y="2743200"/>
            <a:ext cx="1664208" cy="22860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38544" y="297180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38544" y="29718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291072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291072" y="3959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Registrations,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waitlist, survey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rot="5400000">
            <a:off x="7872984" y="3776472"/>
            <a:ext cx="128016" cy="182880"/>
          </a:xfrm>
          <a:prstGeom prst="triangl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28432" y="2743200"/>
            <a:ext cx="1664208" cy="22860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485632" y="297180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85632" y="29718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138160" y="3959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 rot="5400000">
            <a:off x="9720072" y="3776472"/>
            <a:ext cx="128016" cy="182880"/>
          </a:xfrm>
          <a:prstGeom prst="triangle">
            <a:avLst/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75520" y="2743200"/>
            <a:ext cx="1664208" cy="2286000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0332720" y="297180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332720" y="297180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9985248" y="36118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9985248" y="3959352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times,</a:t>
            </a:r>
            <a:endParaRPr lang="en-US" sz="10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certificates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3949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organizer never leaves Rally to collect money, chase a headcount, or produce a finisher's certificate.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JOURNEY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in two minutes, in your own language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98448" y="178308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178308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public catalogue by sport and category, or open a direct link an organizer shared.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9631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98448" y="2496312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108960" y="2496312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email or Google — or check out as a guest with just a phone number.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98448" y="3209544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3209544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KHQR code with any Cambodian banking app. Confirmation arrives automatically.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2277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298448" y="3922776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108960" y="3922776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race is full, join the waitlist and get promoted the moment a place frees up.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3600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98448" y="4636008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463600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QR code at the start. Check-in is a scan, not a search through a printed list.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98448" y="5349240"/>
            <a:ext cx="1737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108960" y="5349240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a personalised PDF certificate, generated from the organizer's own template.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CAPACITY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 that reflects how races actually 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0665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Per-distance limits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4688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event carries several race types — 5K, 10K, half — each with its own capacity and price. Capacity is enforced at both levels.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17920" y="182880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10528" y="206654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is not fullness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510528" y="246888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close sign-ups to print bibs or confirm catering. A closed event is still visible; a full one still offers the waitlist.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32688" y="39410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Waitlist that promotes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4343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place frees, the next entry is promoted automatically and notified. Closing the event cancels the queue and tells everyone.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510528" y="39410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attached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10528" y="434340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T-shirt size, emergency contact, club — collected at registration, exported with the participant list.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Abandoned registrations release their place automatically, so an unpaid entry can't hold a slot indefinitely.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KHQR, the way Cambodia actually pays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548640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39572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ABA PayWay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07792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scan a KHQR code from any Cambodian banking app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arrives by webhook — no manual reconciliation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are issued in-platform and recorded against the registration</a:t>
            </a:r>
            <a:endParaRPr lang="en-US" sz="125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amount is stored in integer cents; no floating-point money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537960" y="2148840"/>
            <a:ext cx="4983480" cy="3017520"/>
          </a:xfrm>
          <a:prstGeom prst="roundRect">
            <a:avLst>
              <a:gd name="adj" fmla="val 1818"/>
            </a:avLst>
          </a:prstGeom>
          <a:solidFill>
            <a:srgbClr val="0F2A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0" y="23957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merchant model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0" y="2907792"/>
            <a:ext cx="4389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account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pay Rally to publish an event. Handled centrally.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Organizer's own account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B9CB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money goes straight to the organizer's own PayWay merchant account, where configured. Their credentials are stored encrypted and never returned by the API.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keep their own banking relationship. Rally never becomes a money bottleneck between an organizer and their entrants.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MODEL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Organizers pay to publish, by size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011680" cy="2788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6060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852928" y="1965960"/>
            <a:ext cx="2011680" cy="2788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90088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90088" y="26060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990088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990088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2990088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2990088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65776" y="1965960"/>
            <a:ext cx="2011680" cy="2788920"/>
          </a:xfrm>
          <a:prstGeom prst="roundRect">
            <a:avLst>
              <a:gd name="adj" fmla="val 2727"/>
            </a:avLst>
          </a:prstGeom>
          <a:solidFill>
            <a:srgbClr val="0F2A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202936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6060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5202936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202936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5202936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5202936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278624" y="1965960"/>
            <a:ext cx="2011680" cy="2788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415784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7415784" y="26060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7415784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7415784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415784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1900" dirty="0"/>
          </a:p>
        </p:txBody>
      </p:sp>
      <p:sp>
        <p:nvSpPr>
          <p:cNvPr id="31" name="Text 29"/>
          <p:cNvSpPr txBox="1"/>
          <p:nvPr/>
        </p:nvSpPr>
        <p:spPr>
          <a:xfrm>
            <a:off x="7415784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491472" y="1965960"/>
            <a:ext cx="2011680" cy="27889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628632" y="21762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Large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628632" y="26060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$500</a:t>
            </a:r>
            <a:endParaRPr lang="en-US" sz="3000" dirty="0"/>
          </a:p>
        </p:txBody>
      </p:sp>
      <p:sp>
        <p:nvSpPr>
          <p:cNvPr id="35" name="Text 33"/>
          <p:cNvSpPr txBox="1"/>
          <p:nvPr/>
        </p:nvSpPr>
        <p:spPr>
          <a:xfrm>
            <a:off x="9628632" y="32735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event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628632" y="3703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9628632" y="391363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30,000</a:t>
            </a:r>
            <a:endParaRPr lang="en-US" sz="1900" dirty="0"/>
          </a:p>
        </p:txBody>
      </p:sp>
      <p:sp>
        <p:nvSpPr>
          <p:cNvPr id="38" name="Text 36"/>
          <p:cNvSpPr txBox="1"/>
          <p:nvPr/>
        </p:nvSpPr>
        <p:spPr>
          <a:xfrm>
            <a:off x="9628632" y="42976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scales with event size rather than per-entry, so an organizer's cost is known before sign-ups open. The free tier lets a small club run a real event at no cost — and grow into a paid tier.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DAY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Check-in, timing and results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21408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12140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28800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check-in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48716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scan a participant's code. The check-in role sees only the two screens it needs — nothing else on the event.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21408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212140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1031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 numbers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406640" y="248716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text, because real bibs read A1042 and 0007. Unique per event, and the key results import matches 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995928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99592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82880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import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36168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Chip-timing systems export bib and time. Rally imports that CSV directly — match on bib first, email second.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3703320"/>
            <a:ext cx="5257800" cy="1627632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3995928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99592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406640" y="397764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406640" y="4361688"/>
            <a:ext cx="3886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results per race type, visible to participants as soon as the organizer imports them.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the start list, fill in the times, import it back — a round trip with no lookup formulas in between.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organizer's own design, issued automatically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212848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21284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8163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200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organizer uploads their own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.odt certificate design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85032" y="2212848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85032" y="221284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28163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200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verifies the placeholders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actually be filled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2212848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73952" y="221284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28163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73952" y="3200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rendered PDF, before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committing to the template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06840" y="1965960"/>
            <a:ext cx="256032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2872" y="2212848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62872" y="2212848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262872" y="281635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62872" y="320040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Finishers receive a personalised</a:t>
            </a:r>
            <a:endParaRPr lang="en-US" sz="11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after the event ends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434840"/>
            <a:ext cx="10881360" cy="1234440"/>
          </a:xfrm>
          <a:prstGeom prst="roundRect">
            <a:avLst>
              <a:gd name="adj" fmla="val 4444"/>
            </a:avLst>
          </a:prstGeom>
          <a:solidFill>
            <a:srgbClr val="0F2A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960120" y="459028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commercially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" y="4919472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finisher's certificate carries the organizer's branding and sponsors — it is the artefact participants share. Rally generates thousands without the organizer opening a design tool twice.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SAFETY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Moderation built for a real marketplace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7472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848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499616" y="20848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724912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report an event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 or anonymous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Rate-limited, never an oracle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sets queue priority only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47472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17720" y="20848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202936" y="20848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2724912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staff queue grouped by event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decide, never a threshold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Suspension is a separate, audited act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recorded with an actor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47472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321040" y="208483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06256" y="2084832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724912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admin audit trail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account access for support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is emailed when it happens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credentials stay hidden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5321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number of reports ever hides an event on its own — that would hand anyone with a few accounts a button to take down a competitor's paying event.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&amp; COMMUNICATION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Reaching people, on the right channel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6012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support chat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78892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 between participants and Rally staff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delivery, with REST as the source of truth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see the person's registrations and payments alongside the thread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email follows if they close the tab before reading the reply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are deleted twelve months after they're resolved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2011680"/>
            <a:ext cx="507492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766560" y="22860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766560" y="278892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web push and an in-app bell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confirmed, payment received, refund issued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Promoted from the waitlist, event details changed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mute what they choose — the in-app record is always kept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context beside the conversation is the reason this is built in rather than a third-party widget bolted on.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33172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233172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it's built</a:t>
            </a:r>
            <a:endParaRPr lang="en-US" sz="4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5020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quality and operations — the RailsDev standard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deployables, one domain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082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508760" y="191109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02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TanStack Start · Tailwind · shadcn/ui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196596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build on S3 behind CloudFront. 18 routes, 41 components, fully translated into English and Khmer.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108813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09981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508760" y="29900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3192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 on Rails 8.1 · PostgreSQL · JWT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04495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API-only. 30 models, 45 controllers, 35 service objects. No sessions, no server-rendered views.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3941064"/>
            <a:ext cx="108813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1788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0876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3982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Queue on its own ECS service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12394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Certificates, notifications, payment webhooks and hourly sweeps run apart from the request path.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1088136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257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508760" y="51480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4772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· AWS ECS Fargate · RDS · S3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520293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Terraform files describe the whole estate. Deploys are automated per subproject.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deploy independently, and CI only runs the jobs for the part that changed.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QUALITY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where it costs money to be wrong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1,728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EXAMPLES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10712" y="1783080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93592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94%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3593592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LINE COVERAGE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81344" y="1783080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64224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81%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6364224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BRANCH COVERAGE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51976" y="1783080"/>
            <a:ext cx="2542032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34856" y="1920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6A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</a:t>
            </a:r>
            <a:endParaRPr lang="en-US" sz="3400" dirty="0"/>
          </a:p>
        </p:txBody>
      </p:sp>
      <p:sp>
        <p:nvSpPr>
          <p:cNvPr id="15" name="Text 13"/>
          <p:cNvSpPr txBox="1"/>
          <p:nvPr/>
        </p:nvSpPr>
        <p:spPr>
          <a:xfrm>
            <a:off x="9134856" y="25786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FILES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383280"/>
            <a:ext cx="539496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6012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0233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and payment races, not just happy paths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per role, per endpoint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Money: refunds, abandonment, reconciliation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languages stay in step, enforced by a test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46520" y="3383280"/>
            <a:ext cx="5074920" cy="2286000"/>
          </a:xfrm>
          <a:prstGeom prst="roundRect">
            <a:avLst>
              <a:gd name="adj" fmla="val 2400"/>
            </a:avLst>
          </a:prstGeom>
          <a:solidFill>
            <a:srgbClr val="0F2A4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76656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ships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766560" y="402336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integration on every pull request — RSpec, Vitest, RuboCop, and a static security scan.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6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Merging to main deploys automatically: the API rolls first and is waited to health, then the workers, so new jobs never run against an old schema.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run, not just launched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14400" y="194767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7685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JWT, plus Google sign-in verified server-side. Suspension and deletion take effect on the next request, not at next login.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336499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 control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69417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on every public write path; invisible captcha on sign-up; a static security scan in CI.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461772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478231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51114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payment credentials encrypted at rest and never returned by the API — masked even to staff.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92240" y="194767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27685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 prove the job workers are actually processing work, not merely alive.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492240" y="336499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69417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staff action against a user or event is recorded with who did it and when.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617720"/>
            <a:ext cx="5257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92240" y="478231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retention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511149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72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conversations are purged twelve months after resolution, and the privacy policy is tested against the code.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0807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scanning and dependency audits run on every pull request, not as a pre-launch checklist.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26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566928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2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29968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0299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011680" y="19476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API, phase one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011680" y="228600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credentials for an organizer's own tools: create events, read the start list, push bib numbers.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898648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145536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3145536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011680" y="30632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certificates by API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011680" y="340156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partners push finish times straight from their software; certificates regenerate automatically.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261104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0F2A44"/>
          </a:solidFill>
          <a:ln w="12700">
            <a:solidFill>
              <a:srgbClr val="0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261104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011680" y="41788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endpoints &amp; webhooks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011680" y="4517136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webhooks so partners stop polling, plus cached public start lists for race-day displays.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5129784"/>
            <a:ext cx="1088136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AAB7C4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376672"/>
            <a:ext cx="914400" cy="457200"/>
          </a:xfrm>
          <a:prstGeom prst="roundRect">
            <a:avLst>
              <a:gd name="adj" fmla="val 20000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537667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011680" y="52943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depth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011680" y="563270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integrations with consent, richer organizer analytics, and published API documentation.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phase is independently useful: phase one alone lets a timing company pull a start list without anyone emailing a spreadsheet.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0" y="6291072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RailsDev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87168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C9D6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Rally is what we build when we own the whole problem — product decisions, engineering, infrastructure and the operational surface that keeps it running.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749040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61872" y="3749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3749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recorded, trade-offs argued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4462272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61872" y="44622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depth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4462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Rails, React, Terraform, AWS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5175504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26A4B"/>
          </a:solidFill>
          <a:ln w="12700">
            <a:solidFill>
              <a:srgbClr val="F26A4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61872" y="517550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 software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517550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Monitoring, audit, retention, support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138160" y="160020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17395C"/>
          </a:solidFill>
          <a:ln w="12700">
            <a:solidFill>
              <a:srgbClr val="1739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03920" y="1965960"/>
            <a:ext cx="749808" cy="475488"/>
          </a:xfrm>
          <a:prstGeom prst="roundRect">
            <a:avLst>
              <a:gd name="adj" fmla="val 19231"/>
            </a:avLst>
          </a:prstGeom>
          <a:solidFill>
            <a:srgbClr val="FFC85C"/>
          </a:solidFill>
          <a:ln w="12700">
            <a:solidFill>
              <a:srgbClr val="FFC85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965960"/>
            <a:ext cx="7498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697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246120"/>
            <a:ext cx="2697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9FB3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Questions, a walkthrough of the live product, or a conversation about your own build.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7F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RailsDev. Rally is proprietary software of RailsDev consulting firm. All rights reserved. This document is confidential and provided for evaluation purposes only.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RailsDev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Rally — Event Registration Platform</dc:title>
  <dc:subject>PptxGenJS Presentation</dc:subject>
  <dc:creator>RailsDev</dc:creator>
  <cp:lastModifiedBy>RailsDev</cp:lastModifiedBy>
  <cp:revision>1</cp:revision>
  <dcterms:created xsi:type="dcterms:W3CDTF">2026-09-21T10:25:06Z</dcterms:created>
  <dcterms:modified xsi:type="dcterms:W3CDTF">2026-09-21T10:25:06Z</dcterms:modified>
</cp:coreProperties>
</file>